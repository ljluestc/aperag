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ApeRAG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BFDBFE"/>
                </a:solidFill>
              </a:defRPr>
            </a:pPr>
            <a:r>
              <a:t>Production-Ready RAG Platform with Graph RAG, Hybrid Retrieval &amp;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3C5FD"/>
                </a:solidFill>
              </a:defRPr>
            </a:pPr>
            <a:r>
              <a:t>Graph RAG  •  Vector + Full-text  •  MCP  •  Knowledge Graphs  •  Multi-LLM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Jiale 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3C5FD"/>
                </a:solidFill>
              </a:defRPr>
            </a:pPr>
            <a:r>
              <a:t>jeremykalilin@gmail.com  •  linkedin.com/in/jiale-lin-ab03a4149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3C5FD"/>
                </a:solidFill>
              </a:defRPr>
            </a:pPr>
            <a:r>
              <a:t>github.com/ljluestc/ApeRAG  •  Technical Presentation — 25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About Me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Jiale Lin —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63EB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M.S. Computer Science — University of Colorado Boulder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B.S. Mathematics (CS) — University of Arizona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Staff SWE at Aviatrix: distributed backend, multi-cloud networking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RAG retrieval + grounding (LangChain/LlamaIndex, Pinecone/FAISS/Chroma)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Agentic orchestration: LangGraph, tool calling, audit trails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LLMOps: offline eval, release gates, canary rollouts, MLflow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Platform: Kubernetes, Terraform, ArgoCD, Prometheus/Grafana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63EB"/>
                </a:solidFill>
              </a:defRPr>
            </a:pPr>
            <a:r>
              <a:t>Contributions to ApeRAG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Bug fixes: null-safety in query.py, ValueError formatting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Typo fix: MEMOTY → MEMORY with backward-compat alias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22 new unit tests (query models, connector adaptor, prompts)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Technical presentation (PPTX + PDF)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Code review of hybrid retrieval, chunking, LLM integration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Context engineering and RAG grounding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Why a production RAG platform?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A1A2E"/>
                </a:solidFill>
              </a:defRPr>
            </a:pPr>
            <a:r>
              <a:t>Enterprise knowledge is trapped in documents, graphs, and databases.</a:t>
            </a:r>
            <a:br/>
            <a:r>
              <a:t>LLMs hallucinate without retrieval grounding. Context engineering is hard.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Multi-Source Knowledge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Docs, PDFs, code, graphs, images.</a:t>
            </a:r>
            <a:br/>
            <a:r>
              <a:t>No single retrieval method</a:t>
            </a:r>
            <a:br/>
            <a:r>
              <a:t>covers all modalities.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74320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Hallucination Risk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Pure LLMs fabricate answers.</a:t>
            </a:r>
            <a:br/>
            <a:r>
              <a:t>Need grounded retrieval +</a:t>
            </a:r>
            <a:br/>
            <a:r>
              <a:t>citation for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74320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Production Gaps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Most RAG demos are toys.</a:t>
            </a:r>
            <a:br/>
            <a:r>
              <a:t>Need auth, rate limits, MCP,</a:t>
            </a:r>
            <a:br/>
            <a:r>
              <a:t>K8s deploy,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A5568"/>
                </a:solidFill>
              </a:defRPr>
            </a:pPr>
            <a:r>
              <a:t>ApeRAG’s answer: Graph RAG + Vector + Full-text hybrid retrieval with</a:t>
            </a:r>
            <a:br/>
            <a:r>
              <a:t>MCP integration, AI agents, and enterprise-grade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End-to-end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Document</a:t>
            </a:r>
            <a:br/>
            <a:r>
              <a:t>Ingestion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Markdown, PDF, images</a:t>
            </a:r>
            <a:br/>
            <a:r>
              <a:t>MinerU parsing</a:t>
            </a:r>
            <a:br/>
            <a:r>
              <a:t>Smart chunking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Embedding</a:t>
            </a:r>
            <a:br/>
            <a:r>
              <a:t>Generation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Sentence-transformers</a:t>
            </a:r>
            <a:br/>
            <a:r>
              <a:t>Multimodal support</a:t>
            </a:r>
            <a:br/>
            <a:r>
              <a:t>Batch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Index</a:t>
            </a:r>
            <a:br/>
            <a:r>
              <a:t>Building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Vector (Qdrant/PGVector)</a:t>
            </a:r>
            <a:br/>
            <a:r>
              <a:t>Full-text (Elasticsearch)</a:t>
            </a:r>
            <a:br/>
            <a:r>
              <a:t>Graph (Neo4j/NebulaGraph)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Hybrid</a:t>
            </a:r>
            <a:br/>
            <a:r>
              <a:t>Retrieval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Vector + BM25 + Graph</a:t>
            </a:r>
            <a:br/>
            <a:r>
              <a:t>Re-ranking cascade</a:t>
            </a:r>
            <a:br/>
            <a:r>
              <a:t>Summary +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LLM</a:t>
            </a:r>
            <a:br/>
            <a:r>
              <a:t>Generation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OpenAI, Anthropic</a:t>
            </a:r>
            <a:br/>
            <a:r>
              <a:t>DashScope, Qianfan</a:t>
            </a:r>
            <a:br/>
            <a:r>
              <a:t>Local models (LiteLLM)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AI Agent</a:t>
            </a:r>
            <a:br/>
            <a:r>
              <a:t>Orchestration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MCP tool calling</a:t>
            </a:r>
            <a:br/>
            <a:r>
              <a:t>Multi-collection search</a:t>
            </a:r>
            <a:br/>
            <a:r>
              <a:t>Web search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828800"/>
            <a:ext cx="1508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API +</a:t>
            </a:r>
            <a:br/>
            <a:r>
              <a:t>Frontend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FastAPI + Next.js</a:t>
            </a:r>
            <a:br/>
            <a:r>
              <a:t>Auth, rate limits</a:t>
            </a:r>
            <a:br/>
            <a:r>
              <a:t>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63EB"/>
                </a:solidFill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•  Celery task queue for async document processing + background retraining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•  Redis caching + broker, PostgreSQL persistence, Alembic migrations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•  Docker Compose dev environment, Helm chart for production Kubernetes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Document Parsing &amp; Chunking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Intelligent document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KubernetesDocProcessor: markdown-aware chunking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MinerU integration: complex PDFs, tables, formulas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MarkItDown: Office docs, images, audio transcription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Q&amp;A pair extraction from documentation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Source type inference: runbooks, incidents, configs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Multimodal: vision support for charts/images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Smart Chunking (Rechunker)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Heading-aware grouping (H1→H6 hierarchy)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Merge consecutive title groups into content groups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Token-based chunk size control (configurable 400 default)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SimpleSemanticSplitter: hierarchical separator cascade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Overlap support for context preservation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Markdown + PDF source map tracking per chunk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Five Index Types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Multi-dimensional document understanding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103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Vector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Qdrant / PGVector</a:t>
            </a:r>
            <a:br/>
            <a:r>
              <a:t>Sentence-transformers</a:t>
            </a:r>
            <a:br/>
            <a:r>
              <a:t>Cosine similarity ANN</a:t>
            </a:r>
            <a:br/>
            <a:r>
              <a:t>High semantic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2103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Full-text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Elasticsearch</a:t>
            </a:r>
            <a:br/>
            <a:r>
              <a:t>BM25 lexical matching</a:t>
            </a:r>
            <a:br/>
            <a:r>
              <a:t>Exact term recall</a:t>
            </a:r>
            <a:br/>
            <a:r>
              <a:t>Keyword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2103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Graph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Neo4j / NebulaGraph</a:t>
            </a:r>
            <a:br/>
            <a:r>
              <a:t>LightRAG with entity</a:t>
            </a:r>
            <a:br/>
            <a:r>
              <a:t>normalization + merging</a:t>
            </a:r>
            <a:br/>
            <a:r>
              <a:t>Relational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2103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Summary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Document-level</a:t>
            </a:r>
            <a:br/>
            <a:r>
              <a:t>summary generation</a:t>
            </a:r>
            <a:br/>
            <a:r>
              <a:t>Broad question</a:t>
            </a:r>
            <a:br/>
            <a:r>
              <a:t>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2103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Vision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Image/chart analysis</a:t>
            </a:r>
            <a:br/>
            <a:r>
              <a:t>Multimodal embeddings</a:t>
            </a:r>
            <a:br/>
            <a:r>
              <a:t>Visual content QA</a:t>
            </a:r>
            <a:br/>
            <a:r>
              <a:t>OCR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A5568"/>
                </a:solidFill>
              </a:defRPr>
            </a:pPr>
            <a:r>
              <a:t>Hybrid retrieval: system queries multiple index types in parallel, merges and re-ranks results.</a:t>
            </a:r>
            <a:br/>
            <a:r>
              <a:t>Each index type captures different signals — combining them yields higher recall +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Enhanced Graph RAG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LightRAG with entity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Knowledge Graph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Entity extraction from document chunks via LLM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Entity normalization: merge equivalent entities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Relationship extraction with typed edges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Stored in Neo4j or NebulaGraph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Graph visualization in admin UI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Context types: local, global, hybrid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Why Graph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Captures relationships between entities across docs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Multi-hop reasoning: A → B → C chains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Entity normalization prevents duplicate nodes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Complements vector search for structural queries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LightRAG: efficient graph construction at scale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KG + vector mix prompt templates (EN/ZH)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Multi-Provider LLM Integration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LiteLLM-based universal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Supported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OpenAI: GPT-4o, GPT-4o-mini, GPT-3.5-turbo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Anthropic: Claude Sonnet 4, Claude Haiku 4.5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Alibaba DashScope: Qwen models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Baidu Qianfan: ERNIE series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LiteLLM unified interface: 100+ models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Hot-swap at runtime via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RAG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Bilingual prompt templates (EN + ZH)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3-step workflow: classify → strategy → generate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Knowledge Graph + Vector mix prompts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Memory-aware prompts for multi-turn conversations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Keyword extraction prompts for BM25 augmentation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20+ role-based prompt templates (finance, code, etc.)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 Agents &amp; MCP Integration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Autonomous search and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AgentSessionManager: lifecycle management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AgentEventListener: real-time event streaming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Tool calling with allowlists and approvals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Multi-collection search across knowledge bases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Web search fallback (DuckDuckGo/trafilatura)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Flow orchestration for complex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MCP (Model Context Protocol)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Streamable HTTP transport (stateless)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Collection browsing: list + explore knowledge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Hybrid search: vector + full-text + graph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Natural language querying with citations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Bearer token auth for API key security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Compatible with Claude, OpenAI, and others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Enterprise-grade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Auth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JWT-based authentication (configurable secret)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Google OAuth (client ID/secret)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GitHub OAuth integration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Auth0 / Authing / Logto SSO support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API key management for programmatic access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Configurable register_mode: unlimited/restricted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Operational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Rate limiting per user/IP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Audit logging for all operations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CORS middleware configuration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Pydantic v2 input validation on all endpoints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Environment-based secrets (.env, never committed)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Concurrent access control with Redis 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Observability &amp; Tracing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OpenTelemetry + Jaeger + Opik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OpenTelemetry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Auto-instrumented FastAPI + SQLAlchemy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MCP operation tracing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Jaeger exporter for distributed tracing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Console exporter for development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Configurable per-component enable/disable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Service name + version in all spans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Evaluation &amp;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Opik integration for RAG evaluation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Ragas metrics: relevance, faithfulness, coverage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LiteLLM token tracking + cache management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Celery task monitoring (Flower dashboard)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Health check endpoints for container probes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Audit trail for all user + system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Deployment Options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Docker Compose → Kubernetes 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Docker Compose (Dev)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docker-compose up -d</a:t>
            </a:r>
            <a:br/>
            <a:r>
              <a:t>Postgres, Redis, Qdrant, ES</a:t>
            </a:r>
            <a:br/>
            <a:r>
              <a:t>Optional: Neo4j, Jaeger, DocRay</a:t>
            </a:r>
            <a:br/>
            <a:r>
              <a:t>GPU acceleration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Kubernetes (Production)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Helm chart: deploy/aperag/</a:t>
            </a:r>
            <a:br/>
            <a:r>
              <a:t>KubeBlocks for databases</a:t>
            </a:r>
            <a:br/>
            <a:r>
              <a:t>High availability + scaling</a:t>
            </a:r>
            <a:br/>
            <a:r>
              <a:t>Ingress + TLS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CI/CD &amp; Build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Multi-platform Docker build</a:t>
            </a:r>
            <a:br/>
            <a:r>
              <a:t>amd64 + arm64 support</a:t>
            </a:r>
            <a:br/>
            <a:r>
              <a:t>Makefile automation</a:t>
            </a:r>
            <a:br/>
            <a:r>
              <a:t>Git hooks + pre-commit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Database Stack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PostgreSQL (pgvector): primary store + vector embeddings</a:t>
            </a:r>
            <a:br/>
            <a:r>
              <a:t>Redis: cache, Celery broker, distributed locks</a:t>
            </a:r>
            <a:br/>
            <a:r>
              <a:t>Qdrant: high-performance vector search</a:t>
            </a:r>
            <a:br/>
            <a:r>
              <a:t>Elasticsearch: full-text search + BM25</a:t>
            </a:r>
            <a:br/>
            <a:r>
              <a:t>Neo4j/NebulaGraph: knowledge graph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5029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App Services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FastAPI backend: API + MCP + WebSocket</a:t>
            </a:r>
            <a:br/>
            <a:r>
              <a:t>Next.js frontend: React admin UI</a:t>
            </a:r>
            <a:br/>
            <a:r>
              <a:t>Celery workers: async document processing</a:t>
            </a:r>
            <a:br/>
            <a:r>
              <a:t>Celery beat: scheduled tasks</a:t>
            </a:r>
            <a:br/>
            <a:r>
              <a:t>Flower: task monitoring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Production-grade open-source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Backend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Python 3.11, FastAPI, uvicorn</a:t>
            </a:r>
            <a:br/>
            <a:r>
              <a:t>Pydantic v2, SQLAlchemy 2.0</a:t>
            </a:r>
            <a:br/>
            <a:r>
              <a:t>Alembic migrations</a:t>
            </a:r>
            <a:br/>
            <a:r>
              <a:t>Celery + Redis broker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AI / ML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LangChain, LlamaIndex</a:t>
            </a:r>
            <a:br/>
            <a:r>
              <a:t>LiteLLM (100+ models)</a:t>
            </a:r>
            <a:br/>
            <a:r>
              <a:t>Sentence-transformers</a:t>
            </a:r>
            <a:br/>
            <a:r>
              <a:t>LightRAG (Graph 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Frontend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Next.js + React</a:t>
            </a:r>
            <a:br/>
            <a:r>
              <a:t>TypeScript, Tailwind CSS</a:t>
            </a:r>
            <a:br/>
            <a:r>
              <a:t>Admin dashboard</a:t>
            </a:r>
            <a:br/>
            <a:r>
              <a:t>Graph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Databases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PostgreSQL + pgvector</a:t>
            </a:r>
            <a:br/>
            <a:r>
              <a:t>Redis 4.x (cache + broker)</a:t>
            </a:r>
            <a:br/>
            <a:r>
              <a:t>Qdrant (vector search)</a:t>
            </a:r>
            <a:br/>
            <a:r>
              <a:t>Elasticsearch (full-text)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Observability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OpenTelemetry + Jaeger</a:t>
            </a:r>
            <a:br/>
            <a:r>
              <a:t>Opik (RAG evaluation)</a:t>
            </a:r>
            <a:br/>
            <a:r>
              <a:t>Flower (Celery monitoring)</a:t>
            </a:r>
            <a:br/>
            <a:r>
              <a:t>Ragas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2918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2263EB"/>
                </a:solidFill>
              </a:defRPr>
            </a:pPr>
            <a:r>
              <a:t>DevOps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Docker + Docker Compose</a:t>
            </a:r>
            <a:br/>
            <a:r>
              <a:t>Helm chart + KubeBlocks</a:t>
            </a:r>
            <a:br/>
            <a:r>
              <a:t>Makefile automation</a:t>
            </a:r>
            <a:br/>
            <a:r>
              <a:t>Ruff linter + mypy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My Contributions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Bug fixes, tests, and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Bug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query.py: get_packed_answer crashed on None metadata/text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  → Added null-safe fallbacks (r.text or '', r.metadata or {})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connector.py: ValueError('msg', var) → f-string formatting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  → Error messages now readable, not tuple repr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prompts.py: Typo MEMOTY → MEMORY with backward-compat alias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New Tests (22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DocumentWithScore: defaults, values, serialization roundtrip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Query/QueryWithEmbedding: defaults, custom top_k, embedding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get_packed_answer: basic, URL prefix, limit_length, None safety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VectorStoreConnectorAdaptor: error message format validation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Prompts: backward-compat alias, same-object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A5568"/>
                </a:solidFill>
              </a:defRPr>
            </a:pPr>
            <a:r>
              <a:t>All fixes are regression-safe: new tests verify the fix prevents the original crash.</a:t>
            </a:r>
            <a:br/>
            <a:r>
              <a:t>Backward-compatible alias ensures existing code importing MEMOTY still 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 &amp; Q &amp; A</a:t>
            </a:r>
          </a:p>
          <a:p>
            <a:pPr>
              <a:defRPr sz="1600">
                <a:solidFill>
                  <a:srgbClr val="BFDBFE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Why ApeRAG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5 index types: no single retrieval method is sufficient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Graph RAG: entity normalization for clean knowledge graphs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MCP integration: AI assistants access your knowledge directly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Production-ready: auth, rate limits, audit, K8s deploy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Bilingual (EN/ZH): prompts, UI, and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63EB"/>
                </a:solidFill>
              </a:defRPr>
            </a:pPr>
            <a:r>
              <a:t>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Hybrid &gt; single: combine vector + BM25 + graph + summary + vision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Grounding first: always retrieve before generating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Defense in depth: auth, validation, rate limits, audit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Observable: OpenTelemetry, Jaeger, Opik, Flower</a:t>
            </a:r>
          </a:p>
          <a:p>
            <a:pPr>
              <a:spcAft>
                <a:spcPts val="500"/>
              </a:spcAft>
              <a:defRPr sz="1500">
                <a:solidFill>
                  <a:srgbClr val="1A1A2E"/>
                </a:solidFill>
              </a:defRPr>
            </a:pPr>
            <a:r>
              <a:t>•  Developer-friendly: Makefile, docker-compose, Helm,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</a:defRPr>
            </a:pPr>
            <a:r>
              <a:t>Thank you!</a:t>
            </a:r>
            <a:br/>
            <a:br/>
            <a:r>
              <a:t>Jiale Lin  •  jeremykalilin@gmail.com  •  github.com/ljluestc/ApeRAG</a:t>
            </a:r>
            <a:br/>
            <a:r>
              <a:t>3 bug fixes  •  22 new tests  •  15-slide presentation  •  5 index types  •  MCP + AI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